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786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AF8F6-1F37-4398-AD74-DAFD3B49C3A3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37753-F2FD-4E86-8B1A-7B97B81AD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254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91D0-068C-81D0-1966-8A30E6D4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BA16B-F44C-814B-949E-7721B95D3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DBA76-E618-9788-CE1D-71BA097C7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71BFF-D786-C5D2-C25B-18DF030C7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F231F-2C4E-BA45-BAC4-3FA1ED6D02FA}" type="slidenum">
              <a:rPr lang="fr-CA" smtClean="0"/>
              <a:pPr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207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CA5D-66C6-6BC3-7E72-859CF7C84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15951-815E-A6FB-7F0C-7BF030118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DD6E4-D5D9-F493-BC59-F8F24DE9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56D73-2592-B7E3-72C2-D1693076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58B15-E66D-B0A0-5FFA-755D17F8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109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05735-97E7-C760-2418-38A9F2D4F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0FBF6-5FA9-B766-49E6-A47267869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CEAF7-E201-D760-D03D-8693A6C47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199FD-DF5A-FD27-1C33-50BA9C21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63B03-D4EB-70C6-642A-4CC48FF8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388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165-393A-F8E3-38C3-C1D31FEC9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8F4DE-7E34-5DB4-C04B-48CEDA01C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D3A3D-4BE1-6475-A05D-69D97E35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FBB19-F9CB-60D5-9790-A28B315A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E1AA2-1E9C-28D2-D9F7-5DF464CA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480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A5F-623B-7FB1-F01B-BDDF01AA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32E7C-8795-F732-6E95-2107E87C2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FC1F0-DDA0-332F-D6BF-301361872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37411-7862-69C0-202D-043EBF11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147ED-8B49-9384-22BA-493ED63D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1075E-522D-842A-DDA7-D512164D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945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BC9C-21AA-15CB-2373-90431B8FA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A3F4F-7F71-6A1B-2A13-0D60E0B0A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43D4-197C-794C-655B-389B24F6A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24B86-DC1B-0C7B-12A5-5CE6E3B12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BDFE3-DE14-B05D-0E4F-14636F398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1A000-77C2-E44C-E1C4-8E1FCA33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AB1271-6BD0-55BE-3557-D19F858E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8B0CD-9628-F281-1AB9-F22E4C4D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460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E126-9C2D-A568-01C0-F9455D85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12AD1-582B-1E26-1AE1-A319AB36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F0C3F-7A67-9811-F371-B4F1FC4C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D0B44-1ECE-AA00-5FA6-33BB0223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04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C1B75-05F4-B4E2-A8ED-56BA4208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CAEAA-4C8E-5B16-A8C9-B3DFB0B9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34DCD-08CF-564C-544F-92CA52DC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206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79E6-9A3C-08D1-63FA-E6CD257B5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00C78-2EE9-760D-FF12-5C922490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0600C-3D8C-9239-347B-8F6DF7C63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75D5B-8CA4-5A49-2D02-0154D7BD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7BAE4-18FD-65A1-72DE-02377F529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A0F55-A9E9-E6D9-0796-F85226C0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809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931D1-BE69-9453-D656-72AA224B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7A5D7-191C-5673-16FA-089CB6E1B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786B1-81F0-39AB-D8E3-62EF990CE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3FF9F-DFFC-C5DF-153A-24888045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C794A-E54C-8BA3-6B28-1072C6C9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0F8EE-8A8A-EC8D-D922-CB3B0E85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953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9F80-2BD0-F263-15FA-D9457E44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7A304-BBB9-2A84-DBC7-2B2848C6A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D4FC8-4217-A3E2-94E4-FF1989AF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6C92C-E39C-221E-3E76-93E556D9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97283-8C09-888B-D73F-1C9B74CD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595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B530B-D797-7C20-7C36-6BA0C1E35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C5587-C033-D827-1556-DA2D41879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3311B-A587-47EC-06AB-586665FA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B3C43-1240-DF72-164E-AA367004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C1B4-C349-54F0-134A-27CB0FB3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7922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B2F2-7DF4-4247-B7F4-C49F7EF7E9E1}" type="datetime1">
              <a:rPr lang="fr-FR" smtClean="0"/>
              <a:t>23/03/2026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Bureau d'appui pédagogique</a:t>
            </a: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FE73-B4CD-4A9A-A1F8-B2B1D914C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10515600" cy="609600"/>
          </a:xfrm>
          <a:prstGeom prst="rect">
            <a:avLst/>
          </a:prstGeom>
        </p:spPr>
        <p:txBody>
          <a:bodyPr lIns="108000" tIns="36000" rIns="108000" bIns="36000">
            <a:noAutofit/>
          </a:bodyPr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9456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35A29-1D18-75F0-E435-052A2845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EBB5D-043A-11FB-FFC7-05D79A211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9E60F-66F4-6C11-5BBF-13DCBDEEF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2C8F8-6525-4465-81C0-71FF039E84F7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3AE4-E7A3-B667-5161-2F1F41CEE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33FAA-12DB-426A-2AD5-A7B4EB9D4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51B63-20B6-4EE2-9B18-DA8750E6259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493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44FAE-D0AC-3C1E-FBB8-1D270D35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60A53-6ED4-2CAB-BF86-543F7209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AFE73-B4CD-4A9A-A1F8-B2B1D914CB4A}" type="slidenum"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AD2DF86-F908-1E25-223A-CEFC081E1CB2}"/>
              </a:ext>
            </a:extLst>
          </p:cNvPr>
          <p:cNvSpPr txBox="1"/>
          <p:nvPr/>
        </p:nvSpPr>
        <p:spPr>
          <a:xfrm>
            <a:off x="12396345" y="34864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F3E40D7-BD97-1349-76A1-5B0156580D2B}"/>
              </a:ext>
            </a:extLst>
          </p:cNvPr>
          <p:cNvGrpSpPr/>
          <p:nvPr/>
        </p:nvGrpSpPr>
        <p:grpSpPr>
          <a:xfrm>
            <a:off x="1117963" y="717977"/>
            <a:ext cx="5625191" cy="4262061"/>
            <a:chOff x="2024744" y="824290"/>
            <a:chExt cx="5625191" cy="4262061"/>
          </a:xfrm>
        </p:grpSpPr>
        <p:pic>
          <p:nvPicPr>
            <p:cNvPr id="101" name="Graphic 100" descr="Back RTL">
              <a:extLst>
                <a:ext uri="{FF2B5EF4-FFF2-40B4-BE49-F238E27FC236}">
                  <a16:creationId xmlns:a16="http://schemas.microsoft.com/office/drawing/2014/main" id="{4647C95B-694F-F2E7-91F9-9620D2506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68310">
              <a:off x="3746409" y="2499736"/>
              <a:ext cx="649024" cy="543728"/>
            </a:xfrm>
            <a:prstGeom prst="rect">
              <a:avLst/>
            </a:prstGeom>
          </p:spPr>
        </p:pic>
        <p:sp>
          <p:nvSpPr>
            <p:cNvPr id="99" name="Rectangle: Rounded Corners 152">
              <a:extLst>
                <a:ext uri="{FF2B5EF4-FFF2-40B4-BE49-F238E27FC236}">
                  <a16:creationId xmlns:a16="http://schemas.microsoft.com/office/drawing/2014/main" id="{BF428F11-58EE-2039-A054-68435A936581}"/>
                </a:ext>
              </a:extLst>
            </p:cNvPr>
            <p:cNvSpPr/>
            <p:nvPr/>
          </p:nvSpPr>
          <p:spPr>
            <a:xfrm>
              <a:off x="4073978" y="857251"/>
              <a:ext cx="3575957" cy="4229100"/>
            </a:xfrm>
            <a:prstGeom prst="roundRect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just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10C969E-064C-9EE7-FBF4-DE50178A4172}"/>
                </a:ext>
              </a:extLst>
            </p:cNvPr>
            <p:cNvSpPr txBox="1"/>
            <p:nvPr/>
          </p:nvSpPr>
          <p:spPr>
            <a:xfrm>
              <a:off x="4626154" y="824290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Inversion process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Rectangle: Rounded Corners 119">
              <a:extLst>
                <a:ext uri="{FF2B5EF4-FFF2-40B4-BE49-F238E27FC236}">
                  <a16:creationId xmlns:a16="http://schemas.microsoft.com/office/drawing/2014/main" id="{2D2E883E-E032-CE1A-E2D9-862148180827}"/>
                </a:ext>
              </a:extLst>
            </p:cNvPr>
            <p:cNvSpPr/>
            <p:nvPr/>
          </p:nvSpPr>
          <p:spPr>
            <a:xfrm>
              <a:off x="4307458" y="1212184"/>
              <a:ext cx="2885243" cy="43570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49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CA" altLang="zh-CN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Initialization of </a:t>
              </a:r>
              <a:r>
                <a:rPr lang="en-CA" altLang="zh-CN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Params</a:t>
              </a:r>
              <a:endParaRPr lang="en-US"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ectangle: Rounded Corners 119">
                  <a:extLst>
                    <a:ext uri="{FF2B5EF4-FFF2-40B4-BE49-F238E27FC236}">
                      <a16:creationId xmlns:a16="http://schemas.microsoft.com/office/drawing/2014/main" id="{B0B33D62-0773-305F-AA0B-F3C3204EF69E}"/>
                    </a:ext>
                  </a:extLst>
                </p:cNvPr>
                <p:cNvSpPr/>
                <p:nvPr/>
              </p:nvSpPr>
              <p:spPr>
                <a:xfrm>
                  <a:off x="4300103" y="1906051"/>
                  <a:ext cx="2880908" cy="522888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CA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Forward model: </a:t>
                  </a:r>
                </a:p>
                <a:p>
                  <a:pPr algn="ctr">
                    <a:defRPr/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CA" altLang="zh-CN" sz="14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𝑫</m:t>
                          </m:r>
                        </m:e>
                        <m:sup>
                          <m:r>
                            <a:rPr lang="en-CA" altLang="zh-CN" sz="14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𝒔𝒊𝒎</m:t>
                          </m:r>
                        </m:sup>
                      </m:sSup>
                    </m:oMath>
                  </a14:m>
                  <a:r>
                    <a:rPr lang="en-CA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CA" altLang="zh-CN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= </a:t>
                  </a:r>
                  <a:r>
                    <a:rPr lang="en-CA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FEM</a:t>
                  </a:r>
                  <a:r>
                    <a:rPr lang="en-CA" altLang="zh-CN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CA" altLang="zh-CN" sz="12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Params</a:t>
                  </a:r>
                  <a:r>
                    <a:rPr lang="en-CA" altLang="zh-CN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, Positions, </a:t>
                  </a:r>
                  <a:r>
                    <a:rPr lang="en-CA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  <a:r>
                    <a:rPr lang="en-CA" altLang="zh-CN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en-US" sz="12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6" name="Rectangle: Rounded Corners 119">
                  <a:extLst>
                    <a:ext uri="{FF2B5EF4-FFF2-40B4-BE49-F238E27FC236}">
                      <a16:creationId xmlns:a16="http://schemas.microsoft.com/office/drawing/2014/main" id="{B0B33D62-0773-305F-AA0B-F3C3204EF6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0103" y="1906051"/>
                  <a:ext cx="2880908" cy="522888"/>
                </a:xfrm>
                <a:prstGeom prst="roundRect">
                  <a:avLst/>
                </a:prstGeom>
                <a:blipFill>
                  <a:blip r:embed="rId5"/>
                  <a:stretch>
                    <a:fillRect b="-3261"/>
                  </a:stretch>
                </a:blip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: Rounded Corners 119">
                  <a:extLst>
                    <a:ext uri="{FF2B5EF4-FFF2-40B4-BE49-F238E27FC236}">
                      <a16:creationId xmlns:a16="http://schemas.microsoft.com/office/drawing/2014/main" id="{23CC2B04-9E93-74FA-41E7-32C9D701070C}"/>
                    </a:ext>
                  </a:extLst>
                </p:cNvPr>
                <p:cNvSpPr/>
                <p:nvPr/>
              </p:nvSpPr>
              <p:spPr>
                <a:xfrm>
                  <a:off x="2024744" y="2558209"/>
                  <a:ext cx="1812270" cy="521186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CA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Observed Data:</a:t>
                  </a:r>
                  <a:r>
                    <a:rPr lang="en-US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  <a:p>
                  <a:pPr algn="ctr">
                    <a:defRPr/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CA" altLang="zh-CN" sz="14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14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𝑫</m:t>
                          </m:r>
                        </m:e>
                        <m:sup>
                          <m:r>
                            <a:rPr lang="en-CA" altLang="zh-CN" sz="1400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𝑴𝒆𝒂𝒔</m:t>
                          </m:r>
                        </m:sup>
                      </m:sSup>
                    </m:oMath>
                  </a14:m>
                  <a:r>
                    <a:rPr lang="en-CA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8" name="Rectangle: Rounded Corners 119">
                  <a:extLst>
                    <a:ext uri="{FF2B5EF4-FFF2-40B4-BE49-F238E27FC236}">
                      <a16:creationId xmlns:a16="http://schemas.microsoft.com/office/drawing/2014/main" id="{23CC2B04-9E93-74FA-41E7-32C9D70107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4744" y="2558209"/>
                  <a:ext cx="1812270" cy="52118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6389D06-97D4-835B-22EE-68D5E739FA05}"/>
                </a:ext>
              </a:extLst>
            </p:cNvPr>
            <p:cNvCxnSpPr>
              <a:cxnSpLocks/>
            </p:cNvCxnSpPr>
            <p:nvPr/>
          </p:nvCxnSpPr>
          <p:spPr>
            <a:xfrm>
              <a:off x="5747449" y="2426468"/>
              <a:ext cx="2630" cy="2634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Rectangle: Rounded Corners 119">
                  <a:extLst>
                    <a:ext uri="{FF2B5EF4-FFF2-40B4-BE49-F238E27FC236}">
                      <a16:creationId xmlns:a16="http://schemas.microsoft.com/office/drawing/2014/main" id="{5B535614-7B5B-9F0F-376D-051A8A3A62D3}"/>
                    </a:ext>
                  </a:extLst>
                </p:cNvPr>
                <p:cNvSpPr/>
                <p:nvPr/>
              </p:nvSpPr>
              <p:spPr>
                <a:xfrm>
                  <a:off x="4319148" y="2682564"/>
                  <a:ext cx="2861863" cy="574618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Loss:</a:t>
                  </a:r>
                </a:p>
                <a:p>
                  <a:pPr algn="ctr">
                    <a:defRPr/>
                  </a:pPr>
                  <a:r>
                    <a:rPr lang="en-CA" altLang="zh-CN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MSE =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CA" altLang="zh-CN" sz="12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CA" altLang="zh-CN" sz="1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CA" altLang="zh-CN" sz="12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CA" altLang="zh-CN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CA" altLang="zh-CN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altLang="zh-CN" sz="12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CA" altLang="zh-CN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CA" altLang="zh-CN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CA" altLang="zh-CN" sz="12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CA" altLang="zh-CN" sz="1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CA" altLang="zh-CN" sz="1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CA" altLang="zh-CN" sz="12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CA" altLang="zh-CN" sz="12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CA" altLang="zh-CN" sz="12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CA" altLang="zh-CN" sz="12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CA" altLang="zh-CN" sz="12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CA" altLang="zh-CN" sz="12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CA" altLang="zh-CN" sz="12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altLang="zh-CN" sz="12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CA" altLang="zh-CN" sz="1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sup>
                            <m:e>
                              <m:sSup>
                                <m:sSupPr>
                                  <m:ctrlPr>
                                    <a:rPr lang="en-CA" altLang="zh-CN" sz="120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altLang="zh-CN" sz="12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𝑆𝑖𝑚</m:t>
                                      </m:r>
                                    </m:sup>
                                  </m:sSubSup>
                                  <m:r>
                                    <a:rPr lang="en-CA" altLang="zh-CN" sz="12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CA" altLang="zh-CN" sz="12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𝑀𝑒𝑎𝑠</m:t>
                                      </m:r>
                                    </m:sup>
                                  </m:sSubSup>
                                  <m:r>
                                    <a:rPr lang="en-CA" altLang="zh-CN" sz="1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CA" altLang="zh-CN" sz="12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a14:m>
                  <a:endParaRPr lang="en-US" sz="12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" name="Rectangle: Rounded Corners 119">
                  <a:extLst>
                    <a:ext uri="{FF2B5EF4-FFF2-40B4-BE49-F238E27FC236}">
                      <a16:creationId xmlns:a16="http://schemas.microsoft.com/office/drawing/2014/main" id="{5B535614-7B5B-9F0F-376D-051A8A3A62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9148" y="2682564"/>
                  <a:ext cx="2861863" cy="574618"/>
                </a:xfrm>
                <a:prstGeom prst="roundRect">
                  <a:avLst/>
                </a:prstGeom>
                <a:blipFill>
                  <a:blip r:embed="rId7"/>
                  <a:stretch>
                    <a:fillRect t="-1000" b="-61000"/>
                  </a:stretch>
                </a:blip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6744F1C1-EA1C-77D9-12CF-835039540945}"/>
                </a:ext>
              </a:extLst>
            </p:cNvPr>
            <p:cNvSpPr/>
            <p:nvPr/>
          </p:nvSpPr>
          <p:spPr>
            <a:xfrm>
              <a:off x="4323678" y="3510807"/>
              <a:ext cx="2847542" cy="506022"/>
            </a:xfrm>
            <a:prstGeom prst="diamond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CA" sz="1400" dirty="0">
                  <a:latin typeface="Arial" panose="020B0604020202020204" pitchFamily="34" charset="0"/>
                  <a:cs typeface="Arial" panose="020B0604020202020204" pitchFamily="34" charset="0"/>
                </a:rPr>
                <a:t>Convergent?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AB529BD-2E05-F673-0AB5-C227CAE76D24}"/>
                </a:ext>
              </a:extLst>
            </p:cNvPr>
            <p:cNvCxnSpPr>
              <a:cxnSpLocks/>
            </p:cNvCxnSpPr>
            <p:nvPr/>
          </p:nvCxnSpPr>
          <p:spPr>
            <a:xfrm>
              <a:off x="5737927" y="1629920"/>
              <a:ext cx="2630" cy="2634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4688B8F-B66B-0F7D-FEED-42E0D56D8803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40" y="3257182"/>
              <a:ext cx="2630" cy="2634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3C08D2-761D-6301-65F5-23E28173ED26}"/>
                </a:ext>
              </a:extLst>
            </p:cNvPr>
            <p:cNvCxnSpPr>
              <a:cxnSpLocks/>
            </p:cNvCxnSpPr>
            <p:nvPr/>
          </p:nvCxnSpPr>
          <p:spPr>
            <a:xfrm>
              <a:off x="5759139" y="4016829"/>
              <a:ext cx="2630" cy="2634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: Rounded Corners 119">
              <a:extLst>
                <a:ext uri="{FF2B5EF4-FFF2-40B4-BE49-F238E27FC236}">
                  <a16:creationId xmlns:a16="http://schemas.microsoft.com/office/drawing/2014/main" id="{C93655F4-9385-E360-9925-989403CEEE42}"/>
                </a:ext>
              </a:extLst>
            </p:cNvPr>
            <p:cNvSpPr/>
            <p:nvPr/>
          </p:nvSpPr>
          <p:spPr>
            <a:xfrm>
              <a:off x="4330838" y="4272925"/>
              <a:ext cx="2861863" cy="57461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49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1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Para</a:t>
              </a:r>
              <a:r>
                <a:rPr lang="en-CA" altLang="zh-CN" sz="1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ms</a:t>
              </a:r>
              <a:r>
                <a:rPr lang="en-CA" altLang="zh-CN" sz="1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CA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updating </a:t>
              </a:r>
            </a:p>
            <a:p>
              <a:pPr algn="ctr">
                <a:defRPr/>
              </a:pPr>
              <a:r>
                <a:rPr lang="en-CA" altLang="zh-CN" sz="1400" dirty="0">
                  <a:latin typeface="Arial" panose="020B0604020202020204" pitchFamily="34" charset="0"/>
                  <a:cs typeface="Arial" panose="020B0604020202020204" pitchFamily="34" charset="0"/>
                </a:rPr>
                <a:t>by the</a:t>
              </a:r>
              <a:r>
                <a:rPr lang="en-CA" altLang="zh-CN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CA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L-BFGS-B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 algorithm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875673F5-7CDC-C77A-2396-24D8527D3933}"/>
                </a:ext>
              </a:extLst>
            </p:cNvPr>
            <p:cNvCxnSpPr>
              <a:stCxn id="18" idx="3"/>
              <a:endCxn id="6" idx="3"/>
            </p:cNvCxnSpPr>
            <p:nvPr/>
          </p:nvCxnSpPr>
          <p:spPr>
            <a:xfrm flipH="1" flipV="1">
              <a:off x="7181011" y="2167495"/>
              <a:ext cx="11690" cy="2392739"/>
            </a:xfrm>
            <a:prstGeom prst="bentConnector3">
              <a:avLst>
                <a:gd name="adj1" fmla="val -2025346"/>
              </a:avLst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6B12CC-6F44-E69D-92E4-7DC5CB2E1E45}"/>
                </a:ext>
              </a:extLst>
            </p:cNvPr>
            <p:cNvSpPr txBox="1"/>
            <p:nvPr/>
          </p:nvSpPr>
          <p:spPr>
            <a:xfrm>
              <a:off x="5705937" y="4014072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  <a:endParaRPr lang="en-CA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7568716-B9CB-A158-61E6-662ECD1166B1}"/>
                </a:ext>
              </a:extLst>
            </p:cNvPr>
            <p:cNvSpPr txBox="1"/>
            <p:nvPr/>
          </p:nvSpPr>
          <p:spPr>
            <a:xfrm>
              <a:off x="3993198" y="3529771"/>
              <a:ext cx="4522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100" dirty="0"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  <a:endParaRPr lang="en-CA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8A2FE5A-1E84-86EC-0417-4890D13437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7014" y="3763818"/>
              <a:ext cx="46308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Rectangle: Rounded Corners 119">
                  <a:extLst>
                    <a:ext uri="{FF2B5EF4-FFF2-40B4-BE49-F238E27FC236}">
                      <a16:creationId xmlns:a16="http://schemas.microsoft.com/office/drawing/2014/main" id="{D8FAE9CA-A432-AC17-DBA8-352BB5F9BD9C}"/>
                    </a:ext>
                  </a:extLst>
                </p:cNvPr>
                <p:cNvSpPr/>
                <p:nvPr/>
              </p:nvSpPr>
              <p:spPr>
                <a:xfrm>
                  <a:off x="2024744" y="3510807"/>
                  <a:ext cx="1812270" cy="521186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CA" altLang="zh-CN" sz="12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Inversion results: </a:t>
                  </a:r>
                </a:p>
                <a:p>
                  <a:pPr algn="ctr">
                    <a:defRPr/>
                  </a:pPr>
                  <a:r>
                    <a:rPr lang="en-US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CA" altLang="zh-CN" sz="1400" b="1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CA" altLang="zh-CN" sz="140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Params</m:t>
                          </m:r>
                        </m:e>
                        <m:sup>
                          <m:r>
                            <a:rPr lang="en-CA" altLang="zh-CN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CA" altLang="zh-CN" sz="1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1" name="Rectangle: Rounded Corners 119">
                  <a:extLst>
                    <a:ext uri="{FF2B5EF4-FFF2-40B4-BE49-F238E27FC236}">
                      <a16:creationId xmlns:a16="http://schemas.microsoft.com/office/drawing/2014/main" id="{D8FAE9CA-A432-AC17-DBA8-352BB5F9BD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4744" y="3510807"/>
                  <a:ext cx="1812270" cy="52118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49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7937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7019E1E-88D6-4FAC-BEFE-D9D49C072E31}"/>
              </a:ext>
            </a:extLst>
          </p:cNvPr>
          <p:cNvGrpSpPr/>
          <p:nvPr/>
        </p:nvGrpSpPr>
        <p:grpSpPr>
          <a:xfrm>
            <a:off x="62500" y="-106680"/>
            <a:ext cx="11868936" cy="8779591"/>
            <a:chOff x="62500" y="-106680"/>
            <a:chExt cx="11868936" cy="87795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21274C-BF33-5B74-9209-76020B064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00" y="4283782"/>
              <a:ext cx="5934468" cy="438912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54CA5B5-1FBF-0B95-511A-6F7103289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6968" y="4283781"/>
              <a:ext cx="5934468" cy="438912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6E70E20-2921-CDAA-C05E-BC88FA202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02" y="0"/>
              <a:ext cx="5934468" cy="438912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47D6CC-724E-1F92-D26F-4D86A21D0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3668" y="0"/>
              <a:ext cx="5934468" cy="438912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9FD270-F084-1225-D767-ADC8CA8168E4}"/>
                </a:ext>
              </a:extLst>
            </p:cNvPr>
            <p:cNvSpPr txBox="1"/>
            <p:nvPr/>
          </p:nvSpPr>
          <p:spPr>
            <a:xfrm>
              <a:off x="110394" y="-106680"/>
              <a:ext cx="5269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(a)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0E762F-C769-7354-6789-F8513098C843}"/>
                </a:ext>
              </a:extLst>
            </p:cNvPr>
            <p:cNvSpPr txBox="1"/>
            <p:nvPr/>
          </p:nvSpPr>
          <p:spPr>
            <a:xfrm>
              <a:off x="5996968" y="-106680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(b)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A05882-574B-86C5-A5AB-AC8801E79C63}"/>
                </a:ext>
              </a:extLst>
            </p:cNvPr>
            <p:cNvSpPr txBox="1"/>
            <p:nvPr/>
          </p:nvSpPr>
          <p:spPr>
            <a:xfrm>
              <a:off x="5996968" y="417710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(d)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CAFE5C-C364-43BB-FF28-AF0FCB50A14C}"/>
                </a:ext>
              </a:extLst>
            </p:cNvPr>
            <p:cNvSpPr txBox="1"/>
            <p:nvPr/>
          </p:nvSpPr>
          <p:spPr>
            <a:xfrm>
              <a:off x="100006" y="4177101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5101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62</Words>
  <Application>Microsoft Office PowerPoint</Application>
  <PresentationFormat>Widescreen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tt41817</dc:creator>
  <cp:lastModifiedBy>tt41817</cp:lastModifiedBy>
  <cp:revision>3</cp:revision>
  <dcterms:created xsi:type="dcterms:W3CDTF">2026-03-23T18:28:36Z</dcterms:created>
  <dcterms:modified xsi:type="dcterms:W3CDTF">2026-03-23T22:18:10Z</dcterms:modified>
</cp:coreProperties>
</file>